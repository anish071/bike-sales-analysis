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85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9F1FFA9-D672-408C-9220-ADEEC6ABD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8650" y="365125"/>
            <a:ext cx="2862072" cy="19380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Bike Sharing Demand Analysis Using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" y="2482589"/>
            <a:ext cx="2862072" cy="3694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Submitted By: Anish Kumar Tiwari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Submitted To: NextHikes IT Solutions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2701D6-8E55-BB47-3ED2-BB59AE53D5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44" r="3" b="3"/>
          <a:stretch>
            <a:fillRect/>
          </a:stretch>
        </p:blipFill>
        <p:spPr>
          <a:xfrm>
            <a:off x="3678237" y="-4"/>
            <a:ext cx="5465763" cy="3694372"/>
          </a:xfrm>
          <a:custGeom>
            <a:avLst/>
            <a:gdLst/>
            <a:ahLst/>
            <a:cxnLst/>
            <a:rect l="l" t="t" r="r" b="b"/>
            <a:pathLst>
              <a:path w="7287684" h="3694372">
                <a:moveTo>
                  <a:pt x="1047969" y="0"/>
                </a:moveTo>
                <a:lnTo>
                  <a:pt x="7287684" y="0"/>
                </a:lnTo>
                <a:lnTo>
                  <a:pt x="7287684" y="814388"/>
                </a:lnTo>
                <a:lnTo>
                  <a:pt x="7287684" y="3694372"/>
                </a:lnTo>
                <a:lnTo>
                  <a:pt x="471411" y="3694372"/>
                </a:lnTo>
                <a:lnTo>
                  <a:pt x="470992" y="3686621"/>
                </a:lnTo>
                <a:cubicBezTo>
                  <a:pt x="458999" y="3642419"/>
                  <a:pt x="427907" y="3602236"/>
                  <a:pt x="376383" y="3554015"/>
                </a:cubicBezTo>
                <a:cubicBezTo>
                  <a:pt x="315976" y="3500438"/>
                  <a:pt x="255568" y="3454003"/>
                  <a:pt x="170288" y="3407569"/>
                </a:cubicBezTo>
                <a:cubicBezTo>
                  <a:pt x="365723" y="3382565"/>
                  <a:pt x="163181" y="3296841"/>
                  <a:pt x="230695" y="3243263"/>
                </a:cubicBezTo>
                <a:cubicBezTo>
                  <a:pt x="369276" y="3221831"/>
                  <a:pt x="479431" y="3393282"/>
                  <a:pt x="667759" y="3343275"/>
                </a:cubicBezTo>
                <a:cubicBezTo>
                  <a:pt x="440344" y="3196828"/>
                  <a:pt x="184501" y="3150393"/>
                  <a:pt x="17493" y="2953940"/>
                </a:cubicBezTo>
                <a:cubicBezTo>
                  <a:pt x="56580" y="2911078"/>
                  <a:pt x="95667" y="2953940"/>
                  <a:pt x="127647" y="2936081"/>
                </a:cubicBezTo>
                <a:cubicBezTo>
                  <a:pt x="127647" y="2925365"/>
                  <a:pt x="500751" y="2993232"/>
                  <a:pt x="522071" y="2714625"/>
                </a:cubicBezTo>
                <a:cubicBezTo>
                  <a:pt x="529178" y="2714625"/>
                  <a:pt x="536285" y="2714625"/>
                  <a:pt x="543391" y="2703909"/>
                </a:cubicBezTo>
                <a:cubicBezTo>
                  <a:pt x="582478" y="2664619"/>
                  <a:pt x="546945" y="2571750"/>
                  <a:pt x="610905" y="2564606"/>
                </a:cubicBezTo>
                <a:cubicBezTo>
                  <a:pt x="681973" y="2557462"/>
                  <a:pt x="749487" y="2525315"/>
                  <a:pt x="824107" y="2543175"/>
                </a:cubicBezTo>
                <a:cubicBezTo>
                  <a:pt x="880961" y="2557462"/>
                  <a:pt x="941368" y="2575322"/>
                  <a:pt x="1001776" y="2575322"/>
                </a:cubicBezTo>
                <a:cubicBezTo>
                  <a:pt x="1065736" y="2575322"/>
                  <a:pt x="1154570" y="2696766"/>
                  <a:pt x="1193658" y="2536031"/>
                </a:cubicBezTo>
                <a:cubicBezTo>
                  <a:pt x="1193658" y="2528888"/>
                  <a:pt x="1303812" y="2546747"/>
                  <a:pt x="1364219" y="2553891"/>
                </a:cubicBezTo>
                <a:cubicBezTo>
                  <a:pt x="1413966" y="2561035"/>
                  <a:pt x="1474374" y="2593181"/>
                  <a:pt x="1509907" y="2528888"/>
                </a:cubicBezTo>
                <a:cubicBezTo>
                  <a:pt x="1527674" y="2489596"/>
                  <a:pt x="1442393" y="2418159"/>
                  <a:pt x="1367772" y="2411015"/>
                </a:cubicBezTo>
                <a:cubicBezTo>
                  <a:pt x="1300259" y="2403872"/>
                  <a:pt x="1232745" y="2396728"/>
                  <a:pt x="1168784" y="2411015"/>
                </a:cubicBezTo>
                <a:cubicBezTo>
                  <a:pt x="1090610" y="2428875"/>
                  <a:pt x="1047969" y="2400300"/>
                  <a:pt x="1026649" y="2336007"/>
                </a:cubicBezTo>
                <a:cubicBezTo>
                  <a:pt x="1001776" y="2268141"/>
                  <a:pt x="955582" y="2232422"/>
                  <a:pt x="891621" y="2200275"/>
                </a:cubicBezTo>
                <a:cubicBezTo>
                  <a:pt x="735273" y="2121694"/>
                  <a:pt x="586032" y="2028825"/>
                  <a:pt x="415470" y="1982390"/>
                </a:cubicBezTo>
                <a:cubicBezTo>
                  <a:pt x="383490" y="1975246"/>
                  <a:pt x="344403" y="1960959"/>
                  <a:pt x="330189" y="1900238"/>
                </a:cubicBezTo>
                <a:cubicBezTo>
                  <a:pt x="792127" y="1993106"/>
                  <a:pt x="1211424" y="2232422"/>
                  <a:pt x="1687576" y="2218135"/>
                </a:cubicBezTo>
                <a:cubicBezTo>
                  <a:pt x="1559654" y="2143125"/>
                  <a:pt x="1406860" y="2139554"/>
                  <a:pt x="1268278" y="2085975"/>
                </a:cubicBezTo>
                <a:cubicBezTo>
                  <a:pt x="1367772" y="2046685"/>
                  <a:pt x="1460160" y="2089547"/>
                  <a:pt x="1552548" y="2110978"/>
                </a:cubicBezTo>
                <a:cubicBezTo>
                  <a:pt x="1630722" y="2128837"/>
                  <a:pt x="1701789" y="2132410"/>
                  <a:pt x="1708896" y="2021681"/>
                </a:cubicBezTo>
                <a:cubicBezTo>
                  <a:pt x="1708896" y="2010965"/>
                  <a:pt x="1708896" y="2003821"/>
                  <a:pt x="1708896" y="1993106"/>
                </a:cubicBezTo>
                <a:cubicBezTo>
                  <a:pt x="1680469" y="1946672"/>
                  <a:pt x="1641382" y="1925240"/>
                  <a:pt x="1591635" y="1910953"/>
                </a:cubicBezTo>
                <a:cubicBezTo>
                  <a:pt x="1563208" y="1903809"/>
                  <a:pt x="1524121" y="1889522"/>
                  <a:pt x="1524121" y="1857375"/>
                </a:cubicBezTo>
                <a:cubicBezTo>
                  <a:pt x="1527674" y="1735931"/>
                  <a:pt x="1431733" y="1700212"/>
                  <a:pt x="1339346" y="1664493"/>
                </a:cubicBezTo>
                <a:cubicBezTo>
                  <a:pt x="1389093" y="1603772"/>
                  <a:pt x="1431733" y="1646635"/>
                  <a:pt x="1470820" y="1643062"/>
                </a:cubicBezTo>
                <a:cubicBezTo>
                  <a:pt x="1495694" y="1639491"/>
                  <a:pt x="1520567" y="1635919"/>
                  <a:pt x="1520567" y="1603772"/>
                </a:cubicBezTo>
                <a:cubicBezTo>
                  <a:pt x="1520567" y="1578769"/>
                  <a:pt x="1509907" y="1546622"/>
                  <a:pt x="1485034" y="1546622"/>
                </a:cubicBezTo>
                <a:cubicBezTo>
                  <a:pt x="1328686" y="1543050"/>
                  <a:pt x="1239851" y="1371600"/>
                  <a:pt x="1076396" y="1371600"/>
                </a:cubicBezTo>
                <a:cubicBezTo>
                  <a:pt x="976902" y="1371600"/>
                  <a:pt x="1126144" y="1275159"/>
                  <a:pt x="1044416" y="1235869"/>
                </a:cubicBezTo>
                <a:cubicBezTo>
                  <a:pt x="1026649" y="1225153"/>
                  <a:pt x="1094163" y="1210866"/>
                  <a:pt x="1122590" y="1214437"/>
                </a:cubicBezTo>
                <a:cubicBezTo>
                  <a:pt x="1151017" y="1218009"/>
                  <a:pt x="1175891" y="1243013"/>
                  <a:pt x="1211424" y="1225153"/>
                </a:cubicBezTo>
                <a:cubicBezTo>
                  <a:pt x="1229191" y="1160860"/>
                  <a:pt x="1182997" y="1135856"/>
                  <a:pt x="1140357" y="1117997"/>
                </a:cubicBezTo>
                <a:cubicBezTo>
                  <a:pt x="1047969" y="1075135"/>
                  <a:pt x="955582" y="1025129"/>
                  <a:pt x="852534" y="1010841"/>
                </a:cubicBezTo>
                <a:cubicBezTo>
                  <a:pt x="817001" y="1007269"/>
                  <a:pt x="795680" y="989409"/>
                  <a:pt x="799234" y="953690"/>
                </a:cubicBezTo>
                <a:cubicBezTo>
                  <a:pt x="806340" y="907256"/>
                  <a:pt x="841874" y="921544"/>
                  <a:pt x="870301" y="925115"/>
                </a:cubicBezTo>
                <a:cubicBezTo>
                  <a:pt x="888068" y="928688"/>
                  <a:pt x="905835" y="939403"/>
                  <a:pt x="923602" y="914400"/>
                </a:cubicBezTo>
                <a:cubicBezTo>
                  <a:pt x="611794" y="724198"/>
                  <a:pt x="409919" y="684684"/>
                  <a:pt x="132090" y="589415"/>
                </a:cubicBezTo>
                <a:lnTo>
                  <a:pt x="31922" y="552917"/>
                </a:lnTo>
                <a:lnTo>
                  <a:pt x="26859" y="541335"/>
                </a:lnTo>
                <a:cubicBezTo>
                  <a:pt x="20137" y="534929"/>
                  <a:pt x="8953" y="532232"/>
                  <a:pt x="0" y="527681"/>
                </a:cubicBezTo>
                <a:cubicBezTo>
                  <a:pt x="5969" y="516305"/>
                  <a:pt x="7617" y="502963"/>
                  <a:pt x="17905" y="493550"/>
                </a:cubicBezTo>
                <a:cubicBezTo>
                  <a:pt x="23947" y="488022"/>
                  <a:pt x="35344" y="487159"/>
                  <a:pt x="44763" y="486724"/>
                </a:cubicBezTo>
                <a:lnTo>
                  <a:pt x="165722" y="483650"/>
                </a:lnTo>
                <a:lnTo>
                  <a:pt x="193385" y="498723"/>
                </a:lnTo>
                <a:cubicBezTo>
                  <a:pt x="210263" y="511671"/>
                  <a:pt x="227142" y="525066"/>
                  <a:pt x="315976" y="535781"/>
                </a:cubicBezTo>
                <a:cubicBezTo>
                  <a:pt x="401257" y="546497"/>
                  <a:pt x="479431" y="582216"/>
                  <a:pt x="575372" y="525066"/>
                </a:cubicBezTo>
                <a:cubicBezTo>
                  <a:pt x="639332" y="485775"/>
                  <a:pt x="742380" y="528637"/>
                  <a:pt x="820554" y="560785"/>
                </a:cubicBezTo>
                <a:cubicBezTo>
                  <a:pt x="884515" y="589360"/>
                  <a:pt x="948475" y="596503"/>
                  <a:pt x="1033756" y="560785"/>
                </a:cubicBezTo>
                <a:cubicBezTo>
                  <a:pt x="955582" y="539354"/>
                  <a:pt x="895175" y="521494"/>
                  <a:pt x="834767" y="507206"/>
                </a:cubicBezTo>
                <a:cubicBezTo>
                  <a:pt x="785020" y="496491"/>
                  <a:pt x="756593" y="471488"/>
                  <a:pt x="760147" y="417909"/>
                </a:cubicBezTo>
                <a:cubicBezTo>
                  <a:pt x="760147" y="389334"/>
                  <a:pt x="749487" y="350044"/>
                  <a:pt x="785020" y="335757"/>
                </a:cubicBezTo>
                <a:cubicBezTo>
                  <a:pt x="813447" y="321469"/>
                  <a:pt x="852534" y="335757"/>
                  <a:pt x="866748" y="360759"/>
                </a:cubicBezTo>
                <a:cubicBezTo>
                  <a:pt x="884515" y="407194"/>
                  <a:pt x="902281" y="450056"/>
                  <a:pt x="962689" y="453629"/>
                </a:cubicBezTo>
                <a:cubicBezTo>
                  <a:pt x="1044416" y="460771"/>
                  <a:pt x="998222" y="432197"/>
                  <a:pt x="984009" y="396478"/>
                </a:cubicBezTo>
                <a:cubicBezTo>
                  <a:pt x="969795" y="357188"/>
                  <a:pt x="1012436" y="346472"/>
                  <a:pt x="1040863" y="353615"/>
                </a:cubicBezTo>
                <a:cubicBezTo>
                  <a:pt x="1147464" y="385763"/>
                  <a:pt x="1257618" y="328613"/>
                  <a:pt x="1367772" y="375047"/>
                </a:cubicBezTo>
                <a:cubicBezTo>
                  <a:pt x="1339346" y="260747"/>
                  <a:pt x="1278938" y="210741"/>
                  <a:pt x="1151017" y="192881"/>
                </a:cubicBezTo>
                <a:cubicBezTo>
                  <a:pt x="1104823" y="189310"/>
                  <a:pt x="1055076" y="196453"/>
                  <a:pt x="1012436" y="164306"/>
                </a:cubicBezTo>
                <a:cubicBezTo>
                  <a:pt x="987562" y="146447"/>
                  <a:pt x="962689" y="125016"/>
                  <a:pt x="980456" y="89297"/>
                </a:cubicBezTo>
                <a:cubicBezTo>
                  <a:pt x="991116" y="64294"/>
                  <a:pt x="1019542" y="64294"/>
                  <a:pt x="1044416" y="71437"/>
                </a:cubicBezTo>
                <a:cubicBezTo>
                  <a:pt x="1147464" y="110728"/>
                  <a:pt x="1257618" y="121444"/>
                  <a:pt x="1364219" y="135731"/>
                </a:cubicBezTo>
                <a:cubicBezTo>
                  <a:pt x="1381986" y="139303"/>
                  <a:pt x="1399753" y="146447"/>
                  <a:pt x="1417520" y="110728"/>
                </a:cubicBezTo>
                <a:cubicBezTo>
                  <a:pt x="1293152" y="78581"/>
                  <a:pt x="1172337" y="35719"/>
                  <a:pt x="1047969" y="0"/>
                </a:cubicBezTo>
                <a:close/>
              </a:path>
            </a:pathLst>
          </a:custGeom>
        </p:spPr>
      </p:pic>
      <p:pic>
        <p:nvPicPr>
          <p:cNvPr id="2" name="Picture 1" descr="bike_background.png"/>
          <p:cNvPicPr>
            <a:picLocks noChangeAspect="1"/>
          </p:cNvPicPr>
          <p:nvPr/>
        </p:nvPicPr>
        <p:blipFill>
          <a:blip r:embed="rId3"/>
          <a:srcRect t="3089" r="2" b="2"/>
          <a:stretch>
            <a:fillRect/>
          </a:stretch>
        </p:blipFill>
        <p:spPr>
          <a:xfrm>
            <a:off x="3545046" y="3802961"/>
            <a:ext cx="5604285" cy="3055043"/>
          </a:xfrm>
          <a:custGeom>
            <a:avLst/>
            <a:gdLst/>
            <a:ahLst/>
            <a:cxnLst/>
            <a:rect l="l" t="t" r="r" b="b"/>
            <a:pathLst>
              <a:path w="7472381" h="3055043">
                <a:moveTo>
                  <a:pt x="638975" y="0"/>
                </a:moveTo>
                <a:lnTo>
                  <a:pt x="7472381" y="0"/>
                </a:lnTo>
                <a:lnTo>
                  <a:pt x="7472381" y="2579984"/>
                </a:lnTo>
                <a:lnTo>
                  <a:pt x="7472381" y="3055043"/>
                </a:lnTo>
                <a:lnTo>
                  <a:pt x="6992676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53581" y="685800"/>
            <a:ext cx="3264837" cy="14746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581" y="2447337"/>
            <a:ext cx="3264837" cy="37704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This project analyzes bike-sharing demand using Excel tools. The project helps understand how weather, time, holidays, and user behavior affect bike rentals.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>
              <a:solidFill>
                <a:srgbClr val="595959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Objectives: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• Understand rental trends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• Analyze weather impact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• Create dashboards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• Generate business insights</a:t>
            </a:r>
          </a:p>
        </p:txBody>
      </p:sp>
      <p:pic>
        <p:nvPicPr>
          <p:cNvPr id="2" name="Picture 1" descr="bike_background.png"/>
          <p:cNvPicPr>
            <a:picLocks noChangeAspect="1"/>
          </p:cNvPicPr>
          <p:nvPr/>
        </p:nvPicPr>
        <p:blipFill>
          <a:blip r:embed="rId2"/>
          <a:srcRect l="61779" r="1541"/>
          <a:stretch>
            <a:fillRect/>
          </a:stretch>
        </p:blipFill>
        <p:spPr>
          <a:xfrm>
            <a:off x="5086350" y="693118"/>
            <a:ext cx="3597792" cy="55173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53581" y="685800"/>
            <a:ext cx="3264837" cy="14746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Dataset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581" y="2447337"/>
            <a:ext cx="3264837" cy="37704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</a:rPr>
              <a:t>Datasets Used: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</a:rPr>
              <a:t>• Dataset 1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</a:rPr>
              <a:t>• Dataset 2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</a:rPr>
              <a:t>• Dataset 3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>
              <a:solidFill>
                <a:srgbClr val="595959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</a:rPr>
              <a:t>Important Columns: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</a:rPr>
              <a:t>• Date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</a:rPr>
              <a:t>• Hour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</a:rPr>
              <a:t>• Temperature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</a:rPr>
              <a:t>• Humidity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</a:rPr>
              <a:t>• Casual Users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</a:rPr>
              <a:t>• Registered Users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595959"/>
                </a:solidFill>
              </a:rPr>
              <a:t>• Total Rentals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>
              <a:solidFill>
                <a:srgbClr val="595959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>
              <a:solidFill>
                <a:srgbClr val="595959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>
              <a:solidFill>
                <a:srgbClr val="595959"/>
              </a:solidFill>
            </a:endParaRPr>
          </a:p>
        </p:txBody>
      </p:sp>
      <p:pic>
        <p:nvPicPr>
          <p:cNvPr id="2" name="Picture 1" descr="bike_background.png"/>
          <p:cNvPicPr>
            <a:picLocks noChangeAspect="1"/>
          </p:cNvPicPr>
          <p:nvPr/>
        </p:nvPicPr>
        <p:blipFill>
          <a:blip r:embed="rId2"/>
          <a:srcRect l="61779" r="1541"/>
          <a:stretch>
            <a:fillRect/>
          </a:stretch>
        </p:blipFill>
        <p:spPr>
          <a:xfrm>
            <a:off x="5086350" y="693118"/>
            <a:ext cx="3597792" cy="55173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53581" y="685800"/>
            <a:ext cx="3264837" cy="14746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Data Cleaning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581" y="2447337"/>
            <a:ext cx="3264837" cy="37704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• Removed duplicate values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• Handled missing values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• Corrected date formats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• Changed data types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• Merged datasets</a:t>
            </a:r>
          </a:p>
        </p:txBody>
      </p:sp>
      <p:pic>
        <p:nvPicPr>
          <p:cNvPr id="2" name="Picture 1" descr="bike_background.png"/>
          <p:cNvPicPr>
            <a:picLocks noChangeAspect="1"/>
          </p:cNvPicPr>
          <p:nvPr/>
        </p:nvPicPr>
        <p:blipFill>
          <a:blip r:embed="rId2"/>
          <a:srcRect l="61779" r="1541"/>
          <a:stretch>
            <a:fillRect/>
          </a:stretch>
        </p:blipFill>
        <p:spPr>
          <a:xfrm>
            <a:off x="5086350" y="693118"/>
            <a:ext cx="3597792" cy="55173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53581" y="685800"/>
            <a:ext cx="3264837" cy="14746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Excel Functions &amp; Tools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581" y="2447337"/>
            <a:ext cx="3264837" cy="37704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• IF Function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• VLOOKUP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• COUNTIF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• SUMIF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• Pivot Tables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• Pivot Charts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• Conditional Formatting</a:t>
            </a:r>
          </a:p>
        </p:txBody>
      </p:sp>
      <p:pic>
        <p:nvPicPr>
          <p:cNvPr id="2" name="Picture 1" descr="bik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2439906"/>
            <a:ext cx="3597792" cy="20237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53581" y="685800"/>
            <a:ext cx="3264837" cy="14746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581" y="2447337"/>
            <a:ext cx="3264837" cy="37704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• Hourly rental demand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• Weather-based demand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• Weekend vs weekday analysis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• User category comparison</a:t>
            </a:r>
          </a:p>
        </p:txBody>
      </p:sp>
      <p:pic>
        <p:nvPicPr>
          <p:cNvPr id="2" name="Picture 1" descr="bik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2439906"/>
            <a:ext cx="3597792" cy="20237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361D0E-0B35-42DA-8779-9780B96F5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65864" y="871442"/>
            <a:ext cx="2262397" cy="51151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Interactive Dashboard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ECC08E-F4F5-429A-B70B-B378AC0B0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1843" y="0"/>
            <a:ext cx="5562154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 descr="bik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425" y="1433248"/>
            <a:ext cx="4254990" cy="23934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35425" y="4183911"/>
            <a:ext cx="4254990" cy="1903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 algn="ctr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595959"/>
                </a:solidFill>
              </a:rPr>
              <a:t>An interactive dashboard was created using pivot charts, slicers, and timelines for dynamic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53581" y="685800"/>
            <a:ext cx="3264837" cy="14746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581" y="2447337"/>
            <a:ext cx="3264837" cy="37704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• Rental demand increased during daytime hours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• Rainy weather reduced bike rentals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• Registered users rented more bikes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• Weekend rentals were higher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• Summer season had highest demand</a:t>
            </a:r>
          </a:p>
        </p:txBody>
      </p:sp>
      <p:pic>
        <p:nvPicPr>
          <p:cNvPr id="2" name="Picture 1" descr="bik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2439906"/>
            <a:ext cx="3597792" cy="20237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53581" y="685800"/>
            <a:ext cx="3264837" cy="14746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581" y="2447337"/>
            <a:ext cx="3264837" cy="37704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• Increase bikes during peak hours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• Improve bike availability on weekends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• Use forecasting for future planning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• Monitor weather impact regularly</a:t>
            </a:r>
          </a:p>
        </p:txBody>
      </p:sp>
      <p:pic>
        <p:nvPicPr>
          <p:cNvPr id="2" name="Picture 1" descr="bik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2439906"/>
            <a:ext cx="3597792" cy="20237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53581" y="685800"/>
            <a:ext cx="3264837" cy="14746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581" y="2447337"/>
            <a:ext cx="3264837" cy="37704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The project successfully analyzed bike-sharing demand using Excel.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>
              <a:solidFill>
                <a:srgbClr val="595959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Future Scope: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• Use Power BI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• Real-time dashboards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• Machine learning prediction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595959"/>
                </a:solidFill>
              </a:rPr>
              <a:t>• Mobile application integration</a:t>
            </a:r>
          </a:p>
        </p:txBody>
      </p:sp>
      <p:pic>
        <p:nvPicPr>
          <p:cNvPr id="2" name="Picture 1" descr="bik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2439906"/>
            <a:ext cx="3597792" cy="20237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266</Words>
  <Application>Microsoft Office PowerPoint</Application>
  <PresentationFormat>On-screen Show (4:3)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Anish Kumar tiwari</cp:lastModifiedBy>
  <cp:revision>2</cp:revision>
  <dcterms:created xsi:type="dcterms:W3CDTF">2013-01-27T09:14:16Z</dcterms:created>
  <dcterms:modified xsi:type="dcterms:W3CDTF">2026-05-23T16:41:51Z</dcterms:modified>
  <cp:category/>
</cp:coreProperties>
</file>